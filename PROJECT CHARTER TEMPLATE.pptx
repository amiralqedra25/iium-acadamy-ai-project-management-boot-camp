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grandir Wide Bold" panose="020B0604020202020204" charset="0"/>
      <p:regular r:id="rId10"/>
    </p:embeddedFont>
    <p:embeddedFont>
      <p:font typeface="Bricolage Grotesque" panose="020B0604020202020204" charset="0"/>
      <p:regular r:id="rId11"/>
    </p:embeddedFont>
    <p:embeddedFont>
      <p:font typeface="Bricolage Grotesque Bold" panose="020B0604020202020204" charset="0"/>
      <p:regular r:id="rId12"/>
    </p:embeddedFont>
    <p:embeddedFont>
      <p:font typeface="Canva Student Font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04-May-26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" name="Group 3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415312" y="478275"/>
            <a:ext cx="3411600" cy="1559970"/>
          </a:xfrm>
          <a:custGeom>
            <a:avLst/>
            <a:gdLst/>
            <a:ahLst/>
            <a:cxnLst/>
            <a:rect l="l" t="t" r="r" b="b"/>
            <a:pathLst>
              <a:path w="3411600" h="1559970">
                <a:moveTo>
                  <a:pt x="0" y="0"/>
                </a:moveTo>
                <a:lnTo>
                  <a:pt x="3411600" y="0"/>
                </a:lnTo>
                <a:lnTo>
                  <a:pt x="3411600" y="1559970"/>
                </a:lnTo>
                <a:lnTo>
                  <a:pt x="0" y="155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13626382" y="9075907"/>
            <a:ext cx="4491445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303870"/>
                </a:solidFill>
                <a:latin typeface="Canva Student Font"/>
                <a:ea typeface="Canva Student Font"/>
                <a:cs typeface="Canva Student Font"/>
                <a:sym typeface="Canva Student Font"/>
              </a:rPr>
              <a:t>Your Pathway To Excellence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76891" y="6094546"/>
            <a:ext cx="12099988" cy="1678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719"/>
              </a:lnSpc>
            </a:pPr>
            <a:r>
              <a:rPr lang="en-US" sz="4800" b="1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 PROJECT MANAGEMENT CERTIFICATION</a:t>
            </a:r>
          </a:p>
          <a:p>
            <a:pPr algn="just">
              <a:lnSpc>
                <a:spcPts val="6719"/>
              </a:lnSpc>
            </a:pPr>
            <a:r>
              <a:rPr lang="en-US" sz="4800" b="1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PROJECT CHARTER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76891" y="7776025"/>
            <a:ext cx="12099988" cy="1678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Title:</a:t>
            </a:r>
          </a:p>
          <a:p>
            <a:pPr algn="just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Department: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75020" y="165100"/>
            <a:ext cx="5516179" cy="863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Project Objective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25526" y="165100"/>
            <a:ext cx="4960874" cy="863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Project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75021" y="165100"/>
            <a:ext cx="13097053" cy="8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Project Data Source &amp; Data Collection Info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0" y="165100"/>
            <a:ext cx="6806376" cy="8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Project Process 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0" y="165100"/>
            <a:ext cx="8278429" cy="8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AI Project and Automation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02509"/>
            <a:chOff x="0" y="0"/>
            <a:chExt cx="4816593" cy="3167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6710"/>
            </a:xfrm>
            <a:custGeom>
              <a:avLst/>
              <a:gdLst/>
              <a:ahLst/>
              <a:cxnLst/>
              <a:rect l="l" t="t" r="r" b="b"/>
              <a:pathLst>
                <a:path w="4816592" h="316710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837720" y="173809"/>
            <a:ext cx="2249731" cy="1028700"/>
          </a:xfrm>
          <a:custGeom>
            <a:avLst/>
            <a:gdLst/>
            <a:ahLst/>
            <a:cxnLst/>
            <a:rect l="l" t="t" r="r" b="b"/>
            <a:pathLst>
              <a:path w="2249731" h="1028700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6" name="Group 6"/>
          <p:cNvGrpSpPr/>
          <p:nvPr/>
        </p:nvGrpSpPr>
        <p:grpSpPr>
          <a:xfrm>
            <a:off x="0" y="9700825"/>
            <a:ext cx="18288000" cy="128116"/>
            <a:chOff x="0" y="0"/>
            <a:chExt cx="4816593" cy="33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3742"/>
            </a:xfrm>
            <a:custGeom>
              <a:avLst/>
              <a:gdLst/>
              <a:ahLst/>
              <a:cxnLst/>
              <a:rect l="l" t="t" r="r" b="b"/>
              <a:pathLst>
                <a:path w="4816592" h="3374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0" y="165100"/>
            <a:ext cx="10010257" cy="8635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Equations Generation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4415312" y="478275"/>
            <a:ext cx="3411600" cy="1559970"/>
          </a:xfrm>
          <a:custGeom>
            <a:avLst/>
            <a:gdLst/>
            <a:ahLst/>
            <a:cxnLst/>
            <a:rect l="l" t="t" r="r" b="b"/>
            <a:pathLst>
              <a:path w="3411600" h="1559970">
                <a:moveTo>
                  <a:pt x="0" y="0"/>
                </a:moveTo>
                <a:lnTo>
                  <a:pt x="3411600" y="0"/>
                </a:lnTo>
                <a:lnTo>
                  <a:pt x="3411600" y="1559970"/>
                </a:lnTo>
                <a:lnTo>
                  <a:pt x="0" y="155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3997" b="-54698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9687851" y="2921793"/>
            <a:ext cx="6665443" cy="383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654"/>
              </a:lnSpc>
            </a:pPr>
            <a:r>
              <a:rPr lang="en-US" sz="11977" b="1">
                <a:solidFill>
                  <a:srgbClr val="1C2C4D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THANK</a:t>
            </a:r>
          </a:p>
          <a:p>
            <a:pPr algn="just">
              <a:lnSpc>
                <a:spcPts val="13654"/>
              </a:lnSpc>
            </a:pPr>
            <a:r>
              <a:rPr lang="en-US" sz="11977" b="1">
                <a:solidFill>
                  <a:srgbClr val="1C2C4D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YOU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938702" y="9700825"/>
            <a:ext cx="9349298" cy="128116"/>
            <a:chOff x="0" y="0"/>
            <a:chExt cx="2462367" cy="337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62367" cy="33742"/>
            </a:xfrm>
            <a:custGeom>
              <a:avLst/>
              <a:gdLst/>
              <a:ahLst/>
              <a:cxnLst/>
              <a:rect l="l" t="t" r="r" b="b"/>
              <a:pathLst>
                <a:path w="2462367" h="33742">
                  <a:moveTo>
                    <a:pt x="0" y="0"/>
                  </a:moveTo>
                  <a:lnTo>
                    <a:pt x="2462367" y="0"/>
                  </a:lnTo>
                  <a:lnTo>
                    <a:pt x="2462367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33333">
                  <a:srgbClr val="FFFFFF">
                    <a:alpha val="100000"/>
                  </a:srgbClr>
                </a:gs>
                <a:gs pos="66667">
                  <a:srgbClr val="0C6E84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462367" cy="71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626382" y="9075907"/>
            <a:ext cx="4491445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303870"/>
                </a:solidFill>
                <a:latin typeface="Canva Student Font"/>
                <a:ea typeface="Canva Student Font"/>
                <a:cs typeface="Canva Student Font"/>
                <a:sym typeface="Canva Student Font"/>
              </a:rPr>
              <a:t>Your Pathway To Excellence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Custom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Bricolage Grotesque</vt:lpstr>
      <vt:lpstr>Agrandir Wide Bold</vt:lpstr>
      <vt:lpstr>Bricolage Grotesque Bold</vt:lpstr>
      <vt:lpstr>Calibri</vt:lpstr>
      <vt:lpstr>Arial</vt:lpstr>
      <vt:lpstr>Canva Student Font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CHARTER TEMPLATE</dc:title>
  <cp:lastModifiedBy>ALQEDRA AMIR IZZEDDIN AYESH</cp:lastModifiedBy>
  <cp:revision>3</cp:revision>
  <dcterms:created xsi:type="dcterms:W3CDTF">2006-08-16T00:00:00Z</dcterms:created>
  <dcterms:modified xsi:type="dcterms:W3CDTF">2026-05-03T16:27:00Z</dcterms:modified>
  <dc:identifier>DAHIoG0GZb4</dc:identifier>
</cp:coreProperties>
</file>